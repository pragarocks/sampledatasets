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8" r:id="rId11"/>
    <p:sldId id="269" r:id="rId12"/>
    <p:sldId id="270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ju Kandaswamy" userId="02354ba35e7ed0d4" providerId="LiveId" clId="{E2FB48F5-7FEF-49ED-A4D9-66C4A47956D3}"/>
    <pc:docChg chg="custSel addSld delSld modSld">
      <pc:chgData name="Manju Kandaswamy" userId="02354ba35e7ed0d4" providerId="LiveId" clId="{E2FB48F5-7FEF-49ED-A4D9-66C4A47956D3}" dt="2026-10-06T05:36:13.917" v="109" actId="47"/>
      <pc:docMkLst>
        <pc:docMk/>
      </pc:docMkLst>
      <pc:sldChg chg="del">
        <pc:chgData name="Manju Kandaswamy" userId="02354ba35e7ed0d4" providerId="LiveId" clId="{E2FB48F5-7FEF-49ED-A4D9-66C4A47956D3}" dt="2026-10-06T04:32:31.399" v="4" actId="47"/>
        <pc:sldMkLst>
          <pc:docMk/>
          <pc:sldMk cId="0" sldId="263"/>
        </pc:sldMkLst>
      </pc:sldChg>
      <pc:sldChg chg="del">
        <pc:chgData name="Manju Kandaswamy" userId="02354ba35e7ed0d4" providerId="LiveId" clId="{E2FB48F5-7FEF-49ED-A4D9-66C4A47956D3}" dt="2026-10-06T04:32:39.336" v="5" actId="47"/>
        <pc:sldMkLst>
          <pc:docMk/>
          <pc:sldMk cId="0" sldId="265"/>
        </pc:sldMkLst>
      </pc:sldChg>
      <pc:sldChg chg="del">
        <pc:chgData name="Manju Kandaswamy" userId="02354ba35e7ed0d4" providerId="LiveId" clId="{E2FB48F5-7FEF-49ED-A4D9-66C4A47956D3}" dt="2026-10-06T05:36:13.917" v="109" actId="47"/>
        <pc:sldMkLst>
          <pc:docMk/>
          <pc:sldMk cId="0" sldId="267"/>
        </pc:sldMkLst>
      </pc:sldChg>
      <pc:sldChg chg="addSp delSp modSp new del mod modAnim">
        <pc:chgData name="Manju Kandaswamy" userId="02354ba35e7ed0d4" providerId="LiveId" clId="{E2FB48F5-7FEF-49ED-A4D9-66C4A47956D3}" dt="2026-10-06T05:35:59.822" v="108" actId="47"/>
        <pc:sldMkLst>
          <pc:docMk/>
          <pc:sldMk cId="2274863615" sldId="271"/>
        </pc:sldMkLst>
        <pc:graphicFrameChg chg="add del mod">
          <ac:chgData name="Manju Kandaswamy" userId="02354ba35e7ed0d4" providerId="LiveId" clId="{E2FB48F5-7FEF-49ED-A4D9-66C4A47956D3}" dt="2026-10-06T04:26:39.682" v="2" actId="478"/>
          <ac:graphicFrameMkLst>
            <pc:docMk/>
            <pc:sldMk cId="2274863615" sldId="271"/>
            <ac:graphicFrameMk id="2" creationId="{053A0CBB-CB19-D291-CC8D-9E2818B6F6DC}"/>
          </ac:graphicFrameMkLst>
        </pc:graphicFrameChg>
        <pc:picChg chg="add mod">
          <ac:chgData name="Manju Kandaswamy" userId="02354ba35e7ed0d4" providerId="LiveId" clId="{E2FB48F5-7FEF-49ED-A4D9-66C4A47956D3}" dt="2026-10-06T04:32:17.088" v="3"/>
          <ac:picMkLst>
            <pc:docMk/>
            <pc:sldMk cId="2274863615" sldId="271"/>
            <ac:picMk id="3" creationId="{EC6E48D5-2491-12E5-F6F7-C9C1C4697AE3}"/>
          </ac:picMkLst>
        </pc:picChg>
      </pc:sldChg>
      <pc:sldChg chg="addSp modSp new del mod">
        <pc:chgData name="Manju Kandaswamy" userId="02354ba35e7ed0d4" providerId="LiveId" clId="{E2FB48F5-7FEF-49ED-A4D9-66C4A47956D3}" dt="2026-10-06T05:31:48.554" v="107" actId="47"/>
        <pc:sldMkLst>
          <pc:docMk/>
          <pc:sldMk cId="2684854451" sldId="272"/>
        </pc:sldMkLst>
        <pc:spChg chg="add">
          <ac:chgData name="Manju Kandaswamy" userId="02354ba35e7ed0d4" providerId="LiveId" clId="{E2FB48F5-7FEF-49ED-A4D9-66C4A47956D3}" dt="2026-10-06T04:37:30.057" v="7"/>
          <ac:spMkLst>
            <pc:docMk/>
            <pc:sldMk cId="2684854451" sldId="272"/>
            <ac:spMk id="2" creationId="{163B9E43-48F9-7EC6-2E3E-32FDE00EC97C}"/>
          </ac:spMkLst>
        </pc:spChg>
        <pc:spChg chg="add mod">
          <ac:chgData name="Manju Kandaswamy" userId="02354ba35e7ed0d4" providerId="LiveId" clId="{E2FB48F5-7FEF-49ED-A4D9-66C4A47956D3}" dt="2026-10-06T04:48:58.259" v="106" actId="20577"/>
          <ac:spMkLst>
            <pc:docMk/>
            <pc:sldMk cId="2684854451" sldId="272"/>
            <ac:spMk id="4" creationId="{33FBB05D-B025-D471-9DDC-12257A5CB73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Manju Kandaswamy</cp:lastModifiedBy>
  <cp:revision>1</cp:revision>
  <dcterms:created xsi:type="dcterms:W3CDTF">2006-08-16T00:00:00Z</dcterms:created>
  <dcterms:modified xsi:type="dcterms:W3CDTF">2026-10-06T05:37:19Z</dcterms:modified>
</cp:coreProperties>
</file>