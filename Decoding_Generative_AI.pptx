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2" r:id="rId5"/>
    <p:sldId id="259" r:id="rId6"/>
    <p:sldId id="260" r:id="rId7"/>
    <p:sldId id="261" r:id="rId8"/>
    <p:sldId id="262" r:id="rId9"/>
    <p:sldId id="271" r:id="rId10"/>
    <p:sldId id="264" r:id="rId11"/>
    <p:sldId id="266" r:id="rId12"/>
    <p:sldId id="267" r:id="rId13"/>
    <p:sldId id="268" r:id="rId14"/>
    <p:sldId id="269" r:id="rId15"/>
    <p:sldId id="270" r:id="rId1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84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nju Kandaswamy" userId="02354ba35e7ed0d4" providerId="LiveId" clId="{E2FB48F5-7FEF-49ED-A4D9-66C4A47956D3}"/>
    <pc:docChg chg="custSel addSld delSld modSld">
      <pc:chgData name="Manju Kandaswamy" userId="02354ba35e7ed0d4" providerId="LiveId" clId="{E2FB48F5-7FEF-49ED-A4D9-66C4A47956D3}" dt="2026-10-06T04:48:58.259" v="106" actId="20577"/>
      <pc:docMkLst>
        <pc:docMk/>
      </pc:docMkLst>
      <pc:sldChg chg="del">
        <pc:chgData name="Manju Kandaswamy" userId="02354ba35e7ed0d4" providerId="LiveId" clId="{E2FB48F5-7FEF-49ED-A4D9-66C4A47956D3}" dt="2026-10-06T04:32:31.399" v="4" actId="47"/>
        <pc:sldMkLst>
          <pc:docMk/>
          <pc:sldMk cId="0" sldId="263"/>
        </pc:sldMkLst>
      </pc:sldChg>
      <pc:sldChg chg="del">
        <pc:chgData name="Manju Kandaswamy" userId="02354ba35e7ed0d4" providerId="LiveId" clId="{E2FB48F5-7FEF-49ED-A4D9-66C4A47956D3}" dt="2026-10-06T04:32:39.336" v="5" actId="47"/>
        <pc:sldMkLst>
          <pc:docMk/>
          <pc:sldMk cId="0" sldId="265"/>
        </pc:sldMkLst>
      </pc:sldChg>
      <pc:sldChg chg="addSp delSp modSp new mod modAnim">
        <pc:chgData name="Manju Kandaswamy" userId="02354ba35e7ed0d4" providerId="LiveId" clId="{E2FB48F5-7FEF-49ED-A4D9-66C4A47956D3}" dt="2026-10-06T04:32:17.088" v="3"/>
        <pc:sldMkLst>
          <pc:docMk/>
          <pc:sldMk cId="2274863615" sldId="271"/>
        </pc:sldMkLst>
        <pc:graphicFrameChg chg="add del mod">
          <ac:chgData name="Manju Kandaswamy" userId="02354ba35e7ed0d4" providerId="LiveId" clId="{E2FB48F5-7FEF-49ED-A4D9-66C4A47956D3}" dt="2026-10-06T04:26:39.682" v="2" actId="478"/>
          <ac:graphicFrameMkLst>
            <pc:docMk/>
            <pc:sldMk cId="2274863615" sldId="271"/>
            <ac:graphicFrameMk id="2" creationId="{053A0CBB-CB19-D291-CC8D-9E2818B6F6DC}"/>
          </ac:graphicFrameMkLst>
        </pc:graphicFrameChg>
        <pc:picChg chg="add mod">
          <ac:chgData name="Manju Kandaswamy" userId="02354ba35e7ed0d4" providerId="LiveId" clId="{E2FB48F5-7FEF-49ED-A4D9-66C4A47956D3}" dt="2026-10-06T04:32:17.088" v="3"/>
          <ac:picMkLst>
            <pc:docMk/>
            <pc:sldMk cId="2274863615" sldId="271"/>
            <ac:picMk id="3" creationId="{EC6E48D5-2491-12E5-F6F7-C9C1C4697AE3}"/>
          </ac:picMkLst>
        </pc:picChg>
      </pc:sldChg>
      <pc:sldChg chg="addSp modSp new mod">
        <pc:chgData name="Manju Kandaswamy" userId="02354ba35e7ed0d4" providerId="LiveId" clId="{E2FB48F5-7FEF-49ED-A4D9-66C4A47956D3}" dt="2026-10-06T04:48:58.259" v="106" actId="20577"/>
        <pc:sldMkLst>
          <pc:docMk/>
          <pc:sldMk cId="2684854451" sldId="272"/>
        </pc:sldMkLst>
        <pc:spChg chg="add">
          <ac:chgData name="Manju Kandaswamy" userId="02354ba35e7ed0d4" providerId="LiveId" clId="{E2FB48F5-7FEF-49ED-A4D9-66C4A47956D3}" dt="2026-10-06T04:37:30.057" v="7"/>
          <ac:spMkLst>
            <pc:docMk/>
            <pc:sldMk cId="2684854451" sldId="272"/>
            <ac:spMk id="2" creationId="{163B9E43-48F9-7EC6-2E3E-32FDE00EC97C}"/>
          </ac:spMkLst>
        </pc:spChg>
        <pc:spChg chg="add mod">
          <ac:chgData name="Manju Kandaswamy" userId="02354ba35e7ed0d4" providerId="LiveId" clId="{E2FB48F5-7FEF-49ED-A4D9-66C4A47956D3}" dt="2026-10-06T04:48:58.259" v="106" actId="20577"/>
          <ac:spMkLst>
            <pc:docMk/>
            <pc:sldMk cId="2684854451" sldId="272"/>
            <ac:spMk id="4" creationId="{33FBB05D-B025-D471-9DDC-12257A5CB73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FBB05D-B025-D471-9DDC-12257A5CB73C}"/>
              </a:ext>
            </a:extLst>
          </p:cNvPr>
          <p:cNvSpPr txBox="1"/>
          <p:nvPr/>
        </p:nvSpPr>
        <p:spPr>
          <a:xfrm>
            <a:off x="1346200" y="2133600"/>
            <a:ext cx="136173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ML SLIDE classification and other types of ML </a:t>
            </a:r>
            <a:r>
              <a:rPr lang="en-US" dirty="0" err="1"/>
              <a:t>algorithsm</a:t>
            </a:r>
            <a:r>
              <a:rPr lang="en-US" dirty="0"/>
              <a:t> </a:t>
            </a:r>
            <a:r>
              <a:rPr lang="en-US"/>
              <a:t>and other uses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4854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I">
            <a:hlinkClick r:id="" action="ppaction://media"/>
            <a:extLst>
              <a:ext uri="{FF2B5EF4-FFF2-40B4-BE49-F238E27FC236}">
                <a16:creationId xmlns:a16="http://schemas.microsoft.com/office/drawing/2014/main" id="{EC6E48D5-2491-12E5-F6F7-C9C1C4697AE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863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75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12</Words>
  <Application>Microsoft Office PowerPoint</Application>
  <PresentationFormat>Custom</PresentationFormat>
  <Paragraphs>1</Paragraphs>
  <Slides>15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Manju Kandaswamy</cp:lastModifiedBy>
  <cp:revision>1</cp:revision>
  <dcterms:created xsi:type="dcterms:W3CDTF">2006-08-16T00:00:00Z</dcterms:created>
  <dcterms:modified xsi:type="dcterms:W3CDTF">2026-10-06T04:48:59Z</dcterms:modified>
</cp:coreProperties>
</file>